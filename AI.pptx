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291840" cy="3657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DEVOPS AUTOMATION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669280" cy="1523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AI-Powered CI/CD Failure Triage Agent</a:t>
            </a:r>
          </a:p>
          <a:p>
            <a:pPr>
              <a:spcBef>
                <a:spcPts val="600"/>
              </a:spcBef>
              <a:defRPr sz="1500">
                <a:solidFill>
                  <a:srgbClr val="0284C7"/>
                </a:solidFill>
                <a:latin typeface="Segoe UI"/>
              </a:defRPr>
            </a:pPr>
            <a:r>
              <a:rPr dirty="0"/>
              <a:t>Automatically analyze build errors, find solutions, and notify developers</a:t>
            </a:r>
            <a:r>
              <a:rPr lang="en-IN" dirty="0"/>
              <a:t>, </a:t>
            </a:r>
            <a:r>
              <a:rPr lang="en-IN" dirty="0" err="1"/>
              <a:t>Devops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3015342"/>
            <a:ext cx="5486400" cy="306541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What This Project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 dirty="0">
                <a:solidFill>
                  <a:srgbClr val="0F172A"/>
                </a:solidFill>
                <a:latin typeface="Segoe UI"/>
              </a:rPr>
              <a:t>• Triggered on Failure Only: </a:t>
            </a:r>
            <a:r>
              <a:rPr sz="1050" dirty="0">
                <a:solidFill>
                  <a:srgbClr val="334155"/>
                </a:solidFill>
                <a:latin typeface="Segoe UI"/>
              </a:rPr>
              <a:t>Runs automatically only when a CI pipeline fails (zero cost on passing builds).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0F172A"/>
                </a:solidFill>
                <a:latin typeface="Segoe UI"/>
              </a:rPr>
              <a:t>• Smart Log Filter: </a:t>
            </a:r>
            <a:r>
              <a:rPr sz="1050" dirty="0">
                <a:solidFill>
                  <a:srgbClr val="334155"/>
                </a:solidFill>
                <a:latin typeface="Segoe UI"/>
              </a:rPr>
              <a:t>Cleans up 10,000+ lines of messy terminal output down to the exact error lines.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0F172A"/>
                </a:solidFill>
                <a:latin typeface="Segoe UI"/>
              </a:rPr>
              <a:t>• Past Error Memory: </a:t>
            </a:r>
            <a:r>
              <a:rPr sz="1050" dirty="0">
                <a:solidFill>
                  <a:srgbClr val="334155"/>
                </a:solidFill>
                <a:latin typeface="Segoe UI"/>
              </a:rPr>
              <a:t>Searches team runbooks and previous solved issues to see how it was fixed before.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0F172A"/>
                </a:solidFill>
                <a:latin typeface="Segoe UI"/>
              </a:rPr>
              <a:t>• Standard Tool Connections (MCP): </a:t>
            </a:r>
            <a:r>
              <a:rPr sz="1050" dirty="0">
                <a:solidFill>
                  <a:srgbClr val="334155"/>
                </a:solidFill>
                <a:latin typeface="Segoe UI"/>
              </a:rPr>
              <a:t>Uses a standard plugin interface to fetch logs and post summaries across repos.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0F172A"/>
                </a:solidFill>
                <a:latin typeface="Segoe UI"/>
              </a:rPr>
              <a:t>• Triage &amp; Alert Only: </a:t>
            </a:r>
            <a:r>
              <a:rPr sz="1050" dirty="0">
                <a:solidFill>
                  <a:srgbClr val="334155"/>
                </a:solidFill>
                <a:latin typeface="Segoe UI"/>
              </a:rPr>
              <a:t>Tells developers what broke in plain English—never changes production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4892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475488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Built with: Python | GitHub Actions / Webhooks | Google Gemini | Vector Search | Amazon 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We Need This: The Everyday DevOps 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Saving developers from spending 20 to 30 minutes reading terminal logs on every failed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2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Segoe UI"/>
              </a:defRPr>
            </a:pPr>
            <a:r>
              <a:t>The Problem We Face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❌ Builds fail frequently across multiple repositories (syntax errors, missing packages, test failures).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❌ CI logs are huge: 10,000+ lines of clutter make finding the actual error slow and frustrating.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❌ Engineers waste 20–30 minutes per failure just hunting for the relevant stack trace.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❌ Many errors are recurring issues that another teammate already solved last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42255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What Our Agent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8764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✔ Catches the build failure automatically via a GitHub webhook (zero manual steps).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✔ Strips out all the terminal noise and extracts only the 50 lines that show what broke.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✔ Checks our team database to see if we've seen and fixed this error before.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✔ Posts a short, clear explanation on the Pull Request in under 15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Segoe UI"/>
              </a:rPr>
              <a:t>CORE SAFETY RULE: </a:t>
            </a:r>
            <a:r>
              <a:rPr sz="1150" b="1">
                <a:solidFill>
                  <a:srgbClr val="0F172A"/>
                </a:solidFill>
                <a:latin typeface="Segoe UI"/>
              </a:rPr>
              <a:t>THE AGENT NEVER MODIFIES PRODUCTION CODE
</a:t>
            </a:r>
            <a:r>
              <a:rPr sz="1000">
                <a:solidFill>
                  <a:srgbClr val="334155"/>
                </a:solidFill>
                <a:latin typeface="Segoe UI"/>
              </a:rPr>
              <a:t>The agent is built purely for diagnosis and alerting. It reads logs, explains the failure, and suggests practical steps. The human engineer stays in 100% control to review the findings and make the code fix.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Failure Triage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simple 5-step pipeline that runs only when a build failure occurs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3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1874519" cy="2926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508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Segoe UI"/>
              </a:defRPr>
            </a:pPr>
            <a:r>
              <a:t>1. Build Fails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68880"/>
            <a:ext cx="1508759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11D48"/>
                </a:solidFill>
                <a:latin typeface="Segoe UI"/>
              </a:defRPr>
            </a:pPr>
            <a:r>
              <a:t>Pipeline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5087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 compile or test step fails in CI (e.g. exit code 1)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42615" y="3017520"/>
            <a:ext cx="274320" cy="2286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53511" y="1920240"/>
            <a:ext cx="1874519" cy="2926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36391" y="2057400"/>
            <a:ext cx="1508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Send Webhook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1" y="2468880"/>
            <a:ext cx="1508759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Segoe UI"/>
              </a:defRPr>
            </a:pPr>
            <a:r>
              <a:t>Instant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1" y="2926080"/>
            <a:ext cx="15087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GitHub sends a failure webhook alert to our central service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4606" y="3017520"/>
            <a:ext cx="274320" cy="2286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75502" y="1920240"/>
            <a:ext cx="1874519" cy="2926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2" y="2057400"/>
            <a:ext cx="1508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3. Clean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58382" y="2468880"/>
            <a:ext cx="1508759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Noise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2" y="2926080"/>
            <a:ext cx="15087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Script strips terminal junk &amp; pulls the 50 error lines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597" y="3017520"/>
            <a:ext cx="274320" cy="2286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97493" y="1920240"/>
            <a:ext cx="1874519" cy="2926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0373" y="2057400"/>
            <a:ext cx="1508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4. Smart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0373" y="2468880"/>
            <a:ext cx="1508759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Knowledge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3" y="2926080"/>
            <a:ext cx="15087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Searches past runbook notes &amp; asks Gemini to explain error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08588" y="3017520"/>
            <a:ext cx="274320" cy="2286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19484" y="1920240"/>
            <a:ext cx="1874519" cy="2926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02364" y="2057400"/>
            <a:ext cx="1508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t>5. Alert Devs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4" y="2468880"/>
            <a:ext cx="1508759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Clear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4" y="2926080"/>
            <a:ext cx="15087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Posts a human-readable comment on GitHub PR &amp; Slack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29200"/>
            <a:ext cx="338328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⚡ Runs Only on 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Zero compute waste on successful builds. Runs strictly when a failure occurs.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029200"/>
            <a:ext cx="338328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🔍 Filters 10K+ 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4864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Pulls out only the failure stack trace so developers never read log dumps.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5029200"/>
            <a:ext cx="338328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🛡️ Safe for Teams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864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Acts as an intelligent helper; provides clear diagnosis without touching git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LOG FILTERING &amp; SMART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How We Handle 10,000+ Line Logs: Simple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How software engineers turn massive terminal dumps into clean, readable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4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_r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493776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82880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26771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Remove ANSI color codes, ISO timestamps, and routine 'downloading...' or 'PASS test' lines. This instantly cuts out 80% to 90% of the junk.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2608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309360" y="336499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Scan for failure markers ('error:', 'Exception in thread', 'Traceback'). Keep the 50 lines around the error line—this has everything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2336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46227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Check our team error database (</a:t>
            </a:r>
            <a:r>
              <a:rPr dirty="0" err="1"/>
              <a:t>Qdrant</a:t>
            </a:r>
            <a:r>
              <a:rPr dirty="0"/>
              <a:t>) for similar past errors. If this broke before, fetch the previous engineer's fix notes and runbook.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12064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555955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Send the clean 50-line error snippet + runbook notes to Gemini AI. It produces a clear 3-sentence summary of what broke and what to do.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925AA4-097E-3735-0F88-B156E79FA009}"/>
              </a:ext>
            </a:extLst>
          </p:cNvPr>
          <p:cNvSpPr txBox="1"/>
          <p:nvPr/>
        </p:nvSpPr>
        <p:spPr>
          <a:xfrm>
            <a:off x="6204857" y="1920240"/>
            <a:ext cx="516418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1. Noise Pruning (Regex)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33DA46-06DF-C083-3584-84F2A62074B7}"/>
              </a:ext>
            </a:extLst>
          </p:cNvPr>
          <p:cNvSpPr txBox="1"/>
          <p:nvPr/>
        </p:nvSpPr>
        <p:spPr>
          <a:xfrm>
            <a:off x="6309360" y="306324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2. Boundary Chunking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EA3177-22C2-8D93-6564-1C06787987F8}"/>
              </a:ext>
            </a:extLst>
          </p:cNvPr>
          <p:cNvSpPr txBox="1"/>
          <p:nvPr/>
        </p:nvSpPr>
        <p:spPr>
          <a:xfrm>
            <a:off x="6309360" y="416052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rPr dirty="0"/>
              <a:t>3. Vector Store Match (</a:t>
            </a:r>
            <a:r>
              <a:rPr dirty="0" err="1"/>
              <a:t>Qdrant</a:t>
            </a:r>
            <a:r>
              <a:rPr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D3ACEC-C9E3-938B-D7EF-00810730E6A0}"/>
              </a:ext>
            </a:extLst>
          </p:cNvPr>
          <p:cNvSpPr txBox="1"/>
          <p:nvPr/>
        </p:nvSpPr>
        <p:spPr>
          <a:xfrm>
            <a:off x="6309360" y="525780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rPr dirty="0"/>
              <a:t>4. Compact Prompt (&lt;10K Tokens)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TOOLING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Connecting Repositories &amp; Tools (Using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clean, standard way for our AI agent to talk to GitHub, databases, and Slack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5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28800"/>
            <a:ext cx="448056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19659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AI DevOps Agent (Central Controller)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3172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Think of MCP as a standard API contract: the AI calls clean, named functions to get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342900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GitHub Tool (MCP)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get_job_logs(job_id): Fetches build logs.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get_commit_author(): Gets who pushed the code.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post_pr_comment(): Posts the summary to the PR.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383280"/>
            <a:ext cx="342900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Database Tool (Vector 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search_past_fixes(): Finds previous fixes.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get_team_runbook(): Pulls approved team rules.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save_new_fix(): Stores new solutions for later.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383280"/>
            <a:ext cx="342900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Notification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8862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send_slack_alert(): Sends message to #devops.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send_teams_card(): Posts alert to MS Teams.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link_jira_issue(): Connects to open tickets.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B45309"/>
                </a:solidFill>
                <a:latin typeface="Segoe UI"/>
              </a:rPr>
              <a:t>WHY SOFTWARE ENGINEERS LIKE THIS: </a:t>
            </a:r>
            <a:r>
              <a:rPr sz="1000">
                <a:solidFill>
                  <a:srgbClr val="334155"/>
                </a:solidFill>
                <a:latin typeface="Segoe UI"/>
              </a:rPr>
              <a:t>Standard MCP tools mean our agent connects to 100+ repositories easily. Repositories don't need custom scripts or local installs—they simply send standard failure events to our central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 Deployment: Running on Amazon 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simple, reliable cloud setup that software and DevOps engineers know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6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30352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ks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512064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828800"/>
            <a:ext cx="515081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Webhook Listener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6771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A lightweight Python web service behind an AWS Load Balancer that receives failure alerts from GitHub, GitLab, or Bitbucket.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515081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2. Message Queue (AWS SQS)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Buffers incoming failure events so our system never crashes during heavy sprint-end merge spikes. Guarantees no dropped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15081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3. Worker Pods (Docker on EKS)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6227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Standard Python worker containers running in Kubernetes that pull failure events from the queue, clean the logs, and call Gemini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120640"/>
            <a:ext cx="515081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525780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t>4. Auto-Scaling (KEDA)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5955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Automatically spins up more worker pods when many builds fail at once, and scales down to baseline when quiet to keep AWS bills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 Security &amp; Guardrails: Protecting Enterprise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Automated secret redaction, prompt injection defense, and read-only safety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7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493776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82880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Segoe UI"/>
              </a:defRPr>
            </a:pPr>
            <a:r>
              <a:t>1. Pre-LLM Secret Redaction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6771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Automated regex &amp; entropy scanner intercepts logs before AI analysis. Replaces API keys (ghp_*, AKIA*), DB passwords, and SSH keys with '***REDACTED***'.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2608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Prompt Injection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6499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Logs and source files are treated as untrusted data. Wrapped in strict XML boundaries (&lt;untrusted_log&gt;). The AI is hardcoded to never execute commands found in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2336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3. Read-Only Safety (No Code Writes)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6227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The agent has zero write access to Git branches. It cannot merge PRs or push commits to master/main. It only outputs explanatory comments and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120640"/>
            <a:ext cx="5333695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49679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t>4. Enterprise Data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559552"/>
            <a:ext cx="49679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Enterprise code and logs are never stored by external LLMs or used for model training. All analysis is private, stateless, and audited in AWS CloudWatch.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What the Developer Sees: Clean, Actionable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Delivering a clear 15-second diagnosis right where developers work (PR &amp; Slack)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AI-Powered DevOps Agent | Practical CI/CD Failure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0284C7"/>
                </a:solidFill>
                <a:latin typeface="Segoe UI"/>
              </a:defRPr>
            </a:pPr>
            <a:r>
              <a:t>Slide 8 of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603504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Example Report Posted to Pull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669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🔴 Status: </a:t>
            </a:r>
            <a:r>
              <a:rPr sz="1000">
                <a:solidFill>
                  <a:srgbClr val="334155"/>
                </a:solidFill>
                <a:latin typeface="Segoe UI"/>
              </a:rPr>
              <a:t>Build Failed | Root Cause Identified (High Confidence)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Failed Step: </a:t>
            </a:r>
            <a:r>
              <a:rPr sz="1000">
                <a:solidFill>
                  <a:srgbClr val="334155"/>
                </a:solidFill>
                <a:latin typeface="Segoe UI"/>
              </a:rPr>
              <a:t>ci / Compile Java (TestingCode.java)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Error Type: </a:t>
            </a:r>
            <a:r>
              <a:rPr sz="1000">
                <a:solidFill>
                  <a:srgbClr val="334155"/>
                </a:solidFill>
                <a:latin typeface="Segoe UI"/>
              </a:rPr>
              <a:t>Java Syntax Error (Missing Parenthesis)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Plain English Root Cause: </a:t>
            </a:r>
            <a:r>
              <a:rPr sz="1000">
                <a:solidFill>
                  <a:srgbClr val="334155"/>
                </a:solidFill>
                <a:latin typeface="Segoe UI"/>
              </a:rPr>
              <a:t>TestingCode.java at line 16 is missing a closing parenthesis ')' in the System.out.println statement.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Exact Error in Log: </a:t>
            </a:r>
            <a:r>
              <a:rPr sz="1000">
                <a:solidFill>
                  <a:srgbClr val="E11D48"/>
                </a:solidFill>
                <a:latin typeface="Consolas"/>
              </a:rPr>
              <a:t>
   TestingCode.java:16: error: ')' expected
       System.out.println("Total names: " + names.size();
                                                        ^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284C7"/>
                </a:solidFill>
                <a:latin typeface="Segoe UI"/>
              </a:rPr>
              <a:t>Suggested Fix: </a:t>
            </a:r>
            <a:r>
              <a:rPr sz="1000">
                <a:solidFill>
                  <a:srgbClr val="334155"/>
                </a:solidFill>
                <a:latin typeface="Segoe UI"/>
              </a:rPr>
              <a:t>Add a ')' right before the semicolon on line 16. (Developer reviews and commits the fix).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828800"/>
            <a:ext cx="4419295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965960"/>
            <a:ext cx="40535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Why Developers Love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77440"/>
            <a:ext cx="405353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✔ Zero Manual Log Digging: </a:t>
            </a:r>
            <a:r>
              <a:rPr sz="1000">
                <a:solidFill>
                  <a:srgbClr val="334155"/>
                </a:solidFill>
                <a:latin typeface="Segoe UI"/>
              </a:rPr>
              <a:t>No more downloading massive 10,000-line logs and searching with Ctrl+F.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✔ Instant 15-Second Answer: </a:t>
            </a:r>
            <a:r>
              <a:rPr sz="1000">
                <a:solidFill>
                  <a:srgbClr val="334155"/>
                </a:solidFill>
                <a:latin typeface="Segoe UI"/>
              </a:rPr>
              <a:t>The explanation appears directly in the PR discussion before you even open the logs.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✔ Developer Stays in Control: </a:t>
            </a:r>
            <a:r>
              <a:rPr sz="1000">
                <a:solidFill>
                  <a:srgbClr val="334155"/>
                </a:solidFill>
                <a:latin typeface="Segoe UI"/>
              </a:rPr>
              <a:t>The agent explains the issue clearly and leaves the code change to the developer.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✔ Where You Already Work: </a:t>
            </a:r>
            <a:r>
              <a:rPr sz="1000">
                <a:solidFill>
                  <a:srgbClr val="334155"/>
                </a:solidFill>
                <a:latin typeface="Segoe UI"/>
              </a:rPr>
              <a:t>Posted right in the GitHub PR, Job Summary, and the team Slack channel.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✔ Easy to Maintain: </a:t>
            </a:r>
            <a:r>
              <a:rPr sz="1000">
                <a:solidFill>
                  <a:srgbClr val="334155"/>
                </a:solidFill>
                <a:latin typeface="Segoe UI"/>
              </a:rPr>
              <a:t>Standard Python + Docker + AWS tools that any software engineer can run and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1582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Venuturla, Priyanka</cp:lastModifiedBy>
  <cp:revision>3</cp:revision>
  <dcterms:created xsi:type="dcterms:W3CDTF">2013-01-27T09:14:16Z</dcterms:created>
  <dcterms:modified xsi:type="dcterms:W3CDTF">2026-10-22T07:15:57Z</dcterms:modified>
  <cp:category/>
</cp:coreProperties>
</file>